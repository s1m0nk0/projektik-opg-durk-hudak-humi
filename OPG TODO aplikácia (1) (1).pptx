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Futura Bold" panose="020B0604020202020204" charset="-18"/>
      <p:regular r:id="rId13"/>
    </p:embeddedFont>
    <p:embeddedFont>
      <p:font typeface="Montserrat" panose="020B0604020202020204" charset="-18"/>
      <p:regular r:id="rId14"/>
    </p:embeddedFont>
    <p:embeddedFont>
      <p:font typeface="Montserrat Bold" panose="020B0604020202020204" charset="-1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-12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73723" y="7278019"/>
            <a:ext cx="10540555" cy="51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ŠIMON DURKÁČ, DÁVID HUDÁK, TOMÁŠ HUMEŇAJ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73723" y="4041457"/>
            <a:ext cx="10540555" cy="183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TODO APLIKÁCIA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1089" y="319077"/>
            <a:ext cx="17909271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Delenie úloh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1089" y="319077"/>
            <a:ext cx="22249899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 spc="52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Delenie úloh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22042"/>
            <a:ext cx="12978605" cy="264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8018" lvl="1" indent="-329009" algn="l">
              <a:lnSpc>
                <a:spcPts val="4266"/>
              </a:lnSpc>
              <a:buFont typeface="Arial"/>
              <a:buChar char="•"/>
            </a:pPr>
            <a:r>
              <a:rPr lang="en-US" sz="3047" b="1">
                <a:solidFill>
                  <a:srgbClr val="4D4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ŠIMON</a:t>
            </a: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- TVORBA SCÉNY, OŠETRENIE VSTUPOV, PREZENTÁCIA</a:t>
            </a:r>
          </a:p>
          <a:p>
            <a:pPr algn="l">
              <a:lnSpc>
                <a:spcPts val="4266"/>
              </a:lnSpc>
            </a:pPr>
            <a:endParaRPr lang="en-US" sz="3047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58018" lvl="1" indent="-329009" algn="l">
              <a:lnSpc>
                <a:spcPts val="4266"/>
              </a:lnSpc>
              <a:buFont typeface="Arial"/>
              <a:buChar char="•"/>
            </a:pPr>
            <a:r>
              <a:rPr lang="en-US" sz="3047" b="1">
                <a:solidFill>
                  <a:srgbClr val="4D4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TOMÁŠ</a:t>
            </a: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- VÝVOJOVÝ DIAGRAM, CSS, DOKUMENTÁCIA</a:t>
            </a:r>
          </a:p>
          <a:p>
            <a:pPr algn="l">
              <a:lnSpc>
                <a:spcPts val="4266"/>
              </a:lnSpc>
            </a:pPr>
            <a:endParaRPr lang="en-US" sz="3047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58018" lvl="1" indent="-329009" algn="l">
              <a:lnSpc>
                <a:spcPts val="4266"/>
              </a:lnSpc>
              <a:buFont typeface="Arial"/>
              <a:buChar char="•"/>
            </a:pPr>
            <a:r>
              <a:rPr lang="en-US" sz="3047" b="1">
                <a:solidFill>
                  <a:srgbClr val="4D4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DÁVID</a:t>
            </a: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 - TESTOVACIE DÁTA, PRÁCA SO SÚBOROM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1089" y="-71448"/>
            <a:ext cx="17909271" cy="198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Modely-Item.java, Todo.java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089" y="452427"/>
            <a:ext cx="22249899" cy="145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48"/>
              </a:lnSpc>
            </a:pPr>
            <a:r>
              <a:rPr lang="en-US" sz="10400" b="1" spc="416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Modely-Item.java, Todo.java</a:t>
            </a: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A0194913-5A1C-410F-8DC5-442EA01A5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377466"/>
            <a:ext cx="6925642" cy="5439534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64AE6142-5F81-4DB3-982D-AD7820C8F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397637"/>
            <a:ext cx="8677783" cy="5439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91089" y="319077"/>
            <a:ext cx="17715911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b="1" dirty="0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Mozog-Manazer.java, Triedenie.java, Vypis.java</a:t>
            </a:r>
            <a:r>
              <a:rPr lang="sk-SK" sz="8000" b="1" dirty="0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, UkladacDat.java</a:t>
            </a:r>
            <a:endParaRPr lang="en-US" sz="8000" b="1" dirty="0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6859" y="319077"/>
            <a:ext cx="22249899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b="1" spc="416" dirty="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Mozog-Manazer.java, Triedenie.java, Vypis.java</a:t>
            </a:r>
            <a:r>
              <a:rPr lang="sk-SK" sz="8000" b="1" spc="416" dirty="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, UkladacDat.java</a:t>
            </a:r>
            <a:endParaRPr lang="en-US" sz="8000" b="1" spc="416" dirty="0">
              <a:solidFill>
                <a:srgbClr val="041226">
                  <a:alpha val="4706"/>
                </a:srgbClr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803EE904-0F9A-454A-9B7E-355974241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530104"/>
            <a:ext cx="4790623" cy="3217189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580F695A-A1BB-44A5-9B24-276B96603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3834462"/>
            <a:ext cx="7162800" cy="2282335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C8E9B0E0-5717-4DD7-AEB0-4AC7E06AA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7031720"/>
            <a:ext cx="5566983" cy="2689816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2CDE89AB-1ABB-4436-A20C-C28918F3E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588" y="7147609"/>
            <a:ext cx="60960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1089" y="319077"/>
            <a:ext cx="17909271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Celok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089" y="319077"/>
            <a:ext cx="22249899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 spc="52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Celok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0AA3DC41-5CB7-4522-BE58-BABEC151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84" y="2940482"/>
            <a:ext cx="17682432" cy="4406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1089" y="319077"/>
            <a:ext cx="17909271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Flowchart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089" y="319077"/>
            <a:ext cx="22249899" cy="158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b="1" spc="52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Flowchart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2011574A-481E-471D-AD27-155029CD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26211"/>
            <a:ext cx="5894660" cy="10034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7879" y="1566661"/>
            <a:ext cx="15839141" cy="480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35"/>
              </a:lnSpc>
              <a:spcBef>
                <a:spcPct val="0"/>
              </a:spcBef>
            </a:pPr>
            <a:r>
              <a:rPr lang="en-US" sz="13025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Ďakujeme za pozornosť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73723" y="7278019"/>
            <a:ext cx="10540555" cy="51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PRIESTOR NA OTÁZKY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94</Words>
  <Application>Microsoft Office PowerPoint</Application>
  <PresentationFormat>Vlastná</PresentationFormat>
  <Paragraphs>19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3" baseType="lpstr">
      <vt:lpstr>Arial</vt:lpstr>
      <vt:lpstr>Calibri</vt:lpstr>
      <vt:lpstr>Futura Bold</vt:lpstr>
      <vt:lpstr>Montserrat Bold</vt:lpstr>
      <vt:lpstr>Montserrat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 TODO aplikácia</dc:title>
  <cp:lastModifiedBy>Tomas Humenaj</cp:lastModifiedBy>
  <cp:revision>4</cp:revision>
  <dcterms:created xsi:type="dcterms:W3CDTF">2006-08-16T00:00:00Z</dcterms:created>
  <dcterms:modified xsi:type="dcterms:W3CDTF">2026-05-31T22:29:36Z</dcterms:modified>
  <dc:identifier>DAG_bIRzhjM</dc:identifier>
</cp:coreProperties>
</file>