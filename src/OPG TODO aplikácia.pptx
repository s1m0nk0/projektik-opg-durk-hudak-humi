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" charset="1" panose="00000500000000000000"/>
      <p:regular r:id="rId13"/>
    </p:embeddedFont>
    <p:embeddedFont>
      <p:font typeface="Futura Bold" charset="1" panose="020B070202020402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73723" y="7278019"/>
            <a:ext cx="10540555" cy="51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 ŠIMON DURKÁČ, DÁVID HUDÁK, TOMÁŠ HUMEŇAJ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73723" y="4041457"/>
            <a:ext cx="10540555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b="true" sz="9600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TODO APLIKÁCIA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763" y="3206943"/>
            <a:ext cx="6761147" cy="5338128"/>
          </a:xfrm>
          <a:custGeom>
            <a:avLst/>
            <a:gdLst/>
            <a:ahLst/>
            <a:cxnLst/>
            <a:rect r="r" b="b" t="t" l="l"/>
            <a:pathLst>
              <a:path h="5338128" w="6761147">
                <a:moveTo>
                  <a:pt x="0" y="0"/>
                </a:moveTo>
                <a:lnTo>
                  <a:pt x="6761147" y="0"/>
                </a:lnTo>
                <a:lnTo>
                  <a:pt x="6761147" y="5338128"/>
                </a:lnTo>
                <a:lnTo>
                  <a:pt x="0" y="5338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55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60684" y="3332363"/>
            <a:ext cx="8036921" cy="5087289"/>
          </a:xfrm>
          <a:custGeom>
            <a:avLst/>
            <a:gdLst/>
            <a:ahLst/>
            <a:cxnLst/>
            <a:rect r="r" b="b" t="t" l="l"/>
            <a:pathLst>
              <a:path h="5087289" w="8036921">
                <a:moveTo>
                  <a:pt x="0" y="0"/>
                </a:moveTo>
                <a:lnTo>
                  <a:pt x="8036920" y="0"/>
                </a:lnTo>
                <a:lnTo>
                  <a:pt x="8036920" y="5087289"/>
                </a:lnTo>
                <a:lnTo>
                  <a:pt x="0" y="50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86" t="-2504" r="-99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1089" y="-71448"/>
            <a:ext cx="17909271" cy="19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Modely-Item.java, Todo.java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1089" y="452427"/>
            <a:ext cx="22249899" cy="14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48"/>
              </a:lnSpc>
            </a:pPr>
            <a:r>
              <a:rPr lang="en-US" sz="10400" spc="416" b="true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Modely-Item.java, Todo.java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471" y="4175427"/>
            <a:ext cx="5845726" cy="5082873"/>
          </a:xfrm>
          <a:custGeom>
            <a:avLst/>
            <a:gdLst/>
            <a:ahLst/>
            <a:cxnLst/>
            <a:rect r="r" b="b" t="t" l="l"/>
            <a:pathLst>
              <a:path h="5082873" w="5845726">
                <a:moveTo>
                  <a:pt x="0" y="0"/>
                </a:moveTo>
                <a:lnTo>
                  <a:pt x="5845726" y="0"/>
                </a:lnTo>
                <a:lnTo>
                  <a:pt x="5845726" y="5082873"/>
                </a:lnTo>
                <a:lnTo>
                  <a:pt x="0" y="5082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5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7233" y="7348463"/>
            <a:ext cx="7837612" cy="2508036"/>
          </a:xfrm>
          <a:custGeom>
            <a:avLst/>
            <a:gdLst/>
            <a:ahLst/>
            <a:cxnLst/>
            <a:rect r="r" b="b" t="t" l="l"/>
            <a:pathLst>
              <a:path h="2508036" w="7837612">
                <a:moveTo>
                  <a:pt x="0" y="0"/>
                </a:moveTo>
                <a:lnTo>
                  <a:pt x="7837611" y="0"/>
                </a:lnTo>
                <a:lnTo>
                  <a:pt x="7837611" y="2508036"/>
                </a:lnTo>
                <a:lnTo>
                  <a:pt x="0" y="2508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16149" y="3507210"/>
            <a:ext cx="7199779" cy="3507934"/>
          </a:xfrm>
          <a:custGeom>
            <a:avLst/>
            <a:gdLst/>
            <a:ahLst/>
            <a:cxnLst/>
            <a:rect r="r" b="b" t="t" l="l"/>
            <a:pathLst>
              <a:path h="3507934" w="7199779">
                <a:moveTo>
                  <a:pt x="0" y="0"/>
                </a:moveTo>
                <a:lnTo>
                  <a:pt x="7199779" y="0"/>
                </a:lnTo>
                <a:lnTo>
                  <a:pt x="7199779" y="3507934"/>
                </a:lnTo>
                <a:lnTo>
                  <a:pt x="0" y="3507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3" t="-2753" r="-670" b="-136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1089" y="319077"/>
            <a:ext cx="17909271" cy="290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Mozog-Manazer.java, Triedenie.java, Vypis.java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089" y="319077"/>
            <a:ext cx="22249899" cy="290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416" b="true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Mozog-Manazer.java, Triedenie.java, Vypis.java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45624" y="219839"/>
            <a:ext cx="7196751" cy="9847322"/>
          </a:xfrm>
          <a:custGeom>
            <a:avLst/>
            <a:gdLst/>
            <a:ahLst/>
            <a:cxnLst/>
            <a:rect r="r" b="b" t="t" l="l"/>
            <a:pathLst>
              <a:path h="9847322" w="7196751">
                <a:moveTo>
                  <a:pt x="0" y="0"/>
                </a:moveTo>
                <a:lnTo>
                  <a:pt x="7196752" y="0"/>
                </a:lnTo>
                <a:lnTo>
                  <a:pt x="7196752" y="9847322"/>
                </a:lnTo>
                <a:lnTo>
                  <a:pt x="0" y="9847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1089" y="319077"/>
            <a:ext cx="17909271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Celok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089" y="319077"/>
            <a:ext cx="22249899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520" b="true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Celok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66640" y="428271"/>
            <a:ext cx="9147543" cy="9430457"/>
          </a:xfrm>
          <a:custGeom>
            <a:avLst/>
            <a:gdLst/>
            <a:ahLst/>
            <a:cxnLst/>
            <a:rect r="r" b="b" t="t" l="l"/>
            <a:pathLst>
              <a:path h="9430457" w="9147543">
                <a:moveTo>
                  <a:pt x="0" y="0"/>
                </a:moveTo>
                <a:lnTo>
                  <a:pt x="9147544" y="0"/>
                </a:lnTo>
                <a:lnTo>
                  <a:pt x="9147544" y="9430458"/>
                </a:lnTo>
                <a:lnTo>
                  <a:pt x="0" y="9430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1089" y="319077"/>
            <a:ext cx="17909271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Flowchart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089" y="319077"/>
            <a:ext cx="22249899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520" b="true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Flowchart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41287" y="337590"/>
            <a:ext cx="6808874" cy="9611821"/>
          </a:xfrm>
          <a:custGeom>
            <a:avLst/>
            <a:gdLst/>
            <a:ahLst/>
            <a:cxnLst/>
            <a:rect r="r" b="b" t="t" l="l"/>
            <a:pathLst>
              <a:path h="9611821" w="6808874">
                <a:moveTo>
                  <a:pt x="0" y="0"/>
                </a:moveTo>
                <a:lnTo>
                  <a:pt x="6808874" y="0"/>
                </a:lnTo>
                <a:lnTo>
                  <a:pt x="6808874" y="9611820"/>
                </a:lnTo>
                <a:lnTo>
                  <a:pt x="0" y="9611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1089" y="319077"/>
            <a:ext cx="17909271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Ukážka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089" y="319077"/>
            <a:ext cx="22249899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520" b="true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Ukážka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7879" y="1566661"/>
            <a:ext cx="15839141" cy="480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35"/>
              </a:lnSpc>
              <a:spcBef>
                <a:spcPct val="0"/>
              </a:spcBef>
            </a:pPr>
            <a:r>
              <a:rPr lang="en-US" b="true" sz="13025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Ďakujeme za pozornosť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73723" y="7278019"/>
            <a:ext cx="10540555" cy="51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PRIESTOR NA OTÁZKY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DAG_bIRzhjM</dc:identifier>
  <dcterms:modified xsi:type="dcterms:W3CDTF">2011-08-01T06:04:30Z</dcterms:modified>
  <cp:revision>1</cp:revision>
  <dc:title>OPG TODO aplikácia</dc:title>
</cp:coreProperties>
</file>